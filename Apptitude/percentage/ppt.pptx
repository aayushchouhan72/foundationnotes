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CF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 CHART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·  3rd Year  ·  Sushila Devi Bansal College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didn’t understand it while it was happening. I only understood it looking back."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F8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MINUTE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my journey started, and where it's headed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487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Alpine Public School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Indore, Madhya Pradesh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foundation of my curiosity and discipline was built — the classrooms, friendships and small everyday lessons that still shape how I approach things today.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C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Sushila Devi Bansal College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•  2023–2027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7947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my 3rd year, preparing for placements as a Java Backend Developer while building projects that go beyond the syllabus.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Family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household of six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our family shop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30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21208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closest confidante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30552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96112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Grandmother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our home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16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Brother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sibling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4160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416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212080" y="4434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Sister-in-law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family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4160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416552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961120" y="4434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532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3rd-year student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Hobbies &amp; Interests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 when I'm not studying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3134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started reading my very first book — a new habit I'm enjoying building.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173736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350215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music is my everyday reset button.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980" dirty="0"/>
          </a:p>
        </p:txBody>
      </p:sp>
      <p:sp>
        <p:nvSpPr>
          <p:cNvPr id="14" name="Text 12"/>
          <p:cNvSpPr/>
          <p:nvPr/>
        </p:nvSpPr>
        <p:spPr>
          <a:xfrm>
            <a:off x="173736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Spiritual Practice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469087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Sunderkand and Ramayan recitations — a source of calm and grounding.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57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173736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8795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Fascinated by why people think and behave the way they 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Likes &amp; Dislikes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draws me in, and what pushes me away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E9F3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6151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23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time with my mother — talking, sharing everything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6667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to the mountains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71830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526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Adventurous activities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3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DISLIKES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2615184"/>
            <a:ext cx="164592" cy="164592"/>
          </a:xfrm>
          <a:prstGeom prst="ellipse">
            <a:avLst/>
          </a:prstGeom>
          <a:solidFill>
            <a:srgbClr val="8C3B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423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people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3666744"/>
            <a:ext cx="164592" cy="164592"/>
          </a:xfrm>
          <a:prstGeom prst="ellipse">
            <a:avLst/>
          </a:prstGeom>
          <a:solidFill>
            <a:srgbClr val="8C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474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Dishonesty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4718304"/>
            <a:ext cx="164592" cy="164592"/>
          </a:xfrm>
          <a:prstGeom prst="ellipse">
            <a:avLst/>
          </a:prstGeom>
          <a:solidFill>
            <a:srgbClr val="8C3B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526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Disrespectful behaviour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&amp; Goals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I'm headed,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 placement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role in an IT company as a Java Backend Developer right out of college.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a team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through promotions to eventually lead a team within an IT company.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38912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8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I'D LIKE TO SEE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 to the caste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see a society that judges people by their character and effort, not by the caste they were born into — including when it comes to marriages. Real change means equal opportunity and respect for everyone, regardless of background.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 doors are closed so loudly, you don't hear the one quickly opening beside it."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CHART · Priya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2026-07-13T15:44:41Z</dcterms:created>
  <dcterms:modified xsi:type="dcterms:W3CDTF">2026-07-13T15:44:41Z</dcterms:modified>
</cp:coreProperties>
</file>